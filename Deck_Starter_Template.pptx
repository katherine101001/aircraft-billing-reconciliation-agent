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finding, not the tools. State the headline number if you 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sentences. Operations logs services; Finance bills them; the two disagree.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simple flow diagram beats a wall of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big number. Make sure it came from your engine, not a slide 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chart works well here. Split money owed to Meridian vs owed back to clients.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you understood the rules, not just the happy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boundary explicit: engine sets numbers, model writes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concrete case earns trust. Show the evidence reference that defends the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this back to how a finance team would actually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Honesty scores. Name the things you did not get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product thinking, not just more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decision, not a thank-you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01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21945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463040" cy="6400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Aircraft Billing Reconciliation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B7280"/>
                </a:solidFill>
              </a:defRPr>
            </a:pPr>
            <a:r>
              <a:t>Subtitle: your name, the date. One line naming the problem.</a:t>
            </a:r>
          </a:p>
          <a:p>
            <a:br/>
            <a:pPr>
              <a:defRPr sz="1300" i="1">
                <a:solidFill>
                  <a:srgbClr val="6B7280"/>
                </a:solidFill>
              </a:defRPr>
            </a:pPr>
            <a:r>
              <a:t>[ Replace this box with your content.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02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21945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463040" cy="6400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B7280"/>
                </a:solidFill>
              </a:defRPr>
            </a:pPr>
            <a:r>
              <a:t>Two records that should agree but do not. Why it costs money and creates dispute risk.</a:t>
            </a:r>
          </a:p>
          <a:p>
            <a:br/>
            <a:pPr>
              <a:defRPr sz="1300" i="1">
                <a:solidFill>
                  <a:srgbClr val="6B7280"/>
                </a:solidFill>
              </a:defRPr>
            </a:pPr>
            <a:r>
              <a:t>[ Replace this box with your content.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03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21945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463040" cy="6400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B7280"/>
                </a:solidFill>
              </a:defRPr>
            </a:pPr>
            <a:r>
              <a:t>How the system works at a glance: ingest, reconcile, explain, report.</a:t>
            </a:r>
          </a:p>
          <a:p>
            <a:br/>
            <a:pPr>
              <a:defRPr sz="1300" i="1">
                <a:solidFill>
                  <a:srgbClr val="6B7280"/>
                </a:solidFill>
              </a:defRPr>
            </a:pPr>
            <a:r>
              <a:t>[ Replace this box with your content.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04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21945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463040" cy="6400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Headline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B7280"/>
                </a:solidFill>
              </a:defRPr>
            </a:pPr>
            <a:r>
              <a:t>Total exceptions found and the net financial impact. The slide they remember.</a:t>
            </a:r>
          </a:p>
          <a:p>
            <a:br/>
            <a:pPr>
              <a:defRPr sz="1300" i="1">
                <a:solidFill>
                  <a:srgbClr val="6B7280"/>
                </a:solidFill>
              </a:defRPr>
            </a:pPr>
            <a:r>
              <a:t>[ Replace this box with your content.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05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21945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463040" cy="6400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Where the Money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B7280"/>
                </a:solidFill>
              </a:defRPr>
            </a:pPr>
            <a:r>
              <a:t>Breakdown by exception type or account. Leakage vs overbilling.</a:t>
            </a:r>
          </a:p>
          <a:p>
            <a:br/>
            <a:pPr>
              <a:defRPr sz="1300" i="1">
                <a:solidFill>
                  <a:srgbClr val="6B7280"/>
                </a:solidFill>
              </a:defRPr>
            </a:pPr>
            <a:r>
              <a:t>[ Replace this box with your content.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06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21945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463040" cy="6400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How the Matching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B7280"/>
                </a:solidFill>
              </a:defRPr>
            </a:pPr>
            <a:r>
              <a:t>Date-aware rates, derived quantities, tolerance, credited items excluded.</a:t>
            </a:r>
          </a:p>
          <a:p>
            <a:br/>
            <a:pPr>
              <a:defRPr sz="1300" i="1">
                <a:solidFill>
                  <a:srgbClr val="6B7280"/>
                </a:solidFill>
              </a:defRPr>
            </a:pPr>
            <a:r>
              <a:t>[ Replace this box with your content.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07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21945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463040" cy="6400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The AI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B7280"/>
                </a:solidFill>
              </a:defRPr>
            </a:pPr>
            <a:r>
              <a:t>What the LLM does, and what it does not do.</a:t>
            </a:r>
          </a:p>
          <a:p>
            <a:br/>
            <a:pPr>
              <a:defRPr sz="1300" i="1">
                <a:solidFill>
                  <a:srgbClr val="6B7280"/>
                </a:solidFill>
              </a:defRPr>
            </a:pPr>
            <a:r>
              <a:t>[ Replace this box with your content.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08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21945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463040" cy="6400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B7280"/>
                </a:solidFill>
              </a:defRPr>
            </a:pPr>
            <a:r>
              <a:t>One exception end to end: movement, billing line, the gap, the money, the evidence ref, the drafted note.</a:t>
            </a:r>
          </a:p>
          <a:p>
            <a:br/>
            <a:pPr>
              <a:defRPr sz="1300" i="1">
                <a:solidFill>
                  <a:srgbClr val="6B7280"/>
                </a:solidFill>
              </a:defRPr>
            </a:pPr>
            <a:r>
              <a:t>[ Replace this box with your content.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09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21945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463040" cy="6400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Trust and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B7280"/>
                </a:solidFill>
              </a:defRPr>
            </a:pPr>
            <a:r>
              <a:t>Why the output is defensible: nothing hardcoded, figures traceable, human sign-off.</a:t>
            </a:r>
          </a:p>
          <a:p>
            <a:br/>
            <a:pPr>
              <a:defRPr sz="1300" i="1">
                <a:solidFill>
                  <a:srgbClr val="6B7280"/>
                </a:solidFill>
              </a:defRPr>
            </a:pPr>
            <a:r>
              <a:t>[ Replace this box with your content.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10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21945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463040" cy="6400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Limitations and Assumptions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B7280"/>
                </a:solidFill>
              </a:defRPr>
            </a:pPr>
            <a:r>
              <a:t>What you assumed, what is out of scope, where you would be careful.</a:t>
            </a:r>
          </a:p>
          <a:p>
            <a:br/>
            <a:pPr>
              <a:defRPr sz="1300" i="1">
                <a:solidFill>
                  <a:srgbClr val="6B7280"/>
                </a:solidFill>
              </a:defRPr>
            </a:pPr>
            <a:r>
              <a:t>[ Replace this box with your content.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11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21945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463040" cy="6400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What I Would Do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B7280"/>
                </a:solidFill>
              </a:defRPr>
            </a:pPr>
            <a:r>
              <a:t>If this were week two, what would you build or harden.</a:t>
            </a:r>
          </a:p>
          <a:p>
            <a:br/>
            <a:pPr>
              <a:defRPr sz="1300" i="1">
                <a:solidFill>
                  <a:srgbClr val="6B7280"/>
                </a:solidFill>
              </a:defRPr>
            </a:pPr>
            <a:r>
              <a:t>[ Replace this box with your content.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12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21945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463040" cy="64008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B7280"/>
                </a:solidFill>
              </a:defRPr>
            </a:pPr>
            <a:r>
              <a:t>The one thing you want them to take away.</a:t>
            </a:r>
          </a:p>
          <a:p>
            <a:br/>
            <a:pPr>
              <a:defRPr sz="1300" i="1">
                <a:solidFill>
                  <a:srgbClr val="6B7280"/>
                </a:solidFill>
              </a:defRPr>
            </a:pPr>
            <a:r>
              <a:t>[ Replace this box with your content.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